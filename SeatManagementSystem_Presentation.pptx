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Seat Management System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E3E"/>
                </a:solidFill>
              </a:rPr>
              <a:t>Efficient Office Seating &amp; Booking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D58"/>
                </a:solidFill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Hybrid work environments lack clear seating visibility.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Inefficient utilization of office space on any given day.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Difficulty coordinating "Office Days" vs "Home Days".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Lack of a streamlined way to book available/unused seats.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D58"/>
                </a:solidFill>
              </a:rPr>
              <a:t>Our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Dynamic, real-time dashboard reflecting office layout.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Fixed "Batches" and automated seating logic.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One-click seat releases for "Home Day" users.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On-demand Floater Seat booking for flexibility.
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• Email alerts and OTP verifications for security.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D58"/>
                </a:solidFill>
              </a:rPr>
              <a:t>Key 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Secure Authentication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(OTP via Email)
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14-Day Advance Booking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(Plan ahead visually)
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Visual Seat Map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(Interactive UI with Squad Tables)
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Automated Notifications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(Built with Nodemailer)
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D58"/>
                </a:solidFill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4133C"/>
                </a:solidFill>
              </a:rPr>
              <a:t>Frontend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React.js, Vite, Vanilla CSS, React Router, Lucide Icons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4133C"/>
                </a:solidFill>
              </a:rPr>
              <a:t>Backend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Node.js, Express.js, MongoDB + Mongoose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114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4133C"/>
                </a:solidFill>
              </a:rPr>
              <a:t>Utilities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Nodemailer, JWT, date-fns, bcrypt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Seat Management System Presentation</dc:title>
  <dc:subject>Seat Management System</dc:subject>
  <dc:creator>Ayush Agrawal</dc:creator>
  <cp:lastModifiedBy>Ayush Agrawal</cp:lastModifiedBy>
  <cp:revision>1</cp:revision>
  <dcterms:created xsi:type="dcterms:W3CDTF">2026-02-26T10:49:24Z</dcterms:created>
  <dcterms:modified xsi:type="dcterms:W3CDTF">2026-02-26T10:49:24Z</dcterms:modified>
</cp:coreProperties>
</file>