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2D58"/>
                </a:solidFill>
              </a:rPr>
              <a:t>Seat Management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E3E"/>
                </a:solidFill>
              </a:rPr>
              <a:t>Efficient Office Seating &amp; Booking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D58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• Hybrid work environments lack clear seating visibility.
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• Inefficient utilization of office space on any given day.
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• Difficulty coordinating "Office Days" vs "Home Days".
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• Lack of a streamlined way to book available/unused seats.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D58"/>
                </a:solidFill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• Dynamic, real-time dashboard reflecting office layout.
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• Fixed "Batches" and automated seating logic.
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• One-click seat releases for "Home Day" users.
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• On-demand Floater Seat booking for flexibility.
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• Email alerts and OTP verifications for security.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D58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C21"/>
                </a:solidFill>
              </a:rPr>
              <a:t>Secure Authentication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 (OTP via Email)
</a:t>
            </a:r>
            <a:pPr indent="0" marL="0">
              <a:buNone/>
            </a:pPr>
            <a:r>
              <a:rPr lang="en-US" sz="2000" b="1" dirty="0">
                <a:solidFill>
                  <a:srgbClr val="1A1C21"/>
                </a:solidFill>
              </a:rPr>
              <a:t>14-Day Advance Booking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 (Plan ahead visually)
</a:t>
            </a:r>
            <a:pPr indent="0" marL="0">
              <a:buNone/>
            </a:pPr>
            <a:r>
              <a:rPr lang="en-US" sz="2000" b="1" dirty="0">
                <a:solidFill>
                  <a:srgbClr val="1A1C21"/>
                </a:solidFill>
              </a:rPr>
              <a:t>Visual Seat Map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 (Interactive UI with Squad Tables)
</a:t>
            </a:r>
            <a:pPr indent="0" marL="0">
              <a:buNone/>
            </a:pPr>
            <a:r>
              <a:rPr lang="en-US" sz="2000" b="1" dirty="0">
                <a:solidFill>
                  <a:srgbClr val="1A1C21"/>
                </a:solidFill>
              </a:rPr>
              <a:t>Automated Notifications</a:t>
            </a:r>
            <a:pPr indent="0" marL="0">
              <a:buNone/>
            </a:pPr>
            <a:r>
              <a:rPr lang="en-US" sz="2000" dirty="0">
                <a:solidFill>
                  <a:srgbClr val="1A1C21"/>
                </a:solidFill>
              </a:rPr>
              <a:t> (Built with Nodemailer)
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D58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4133C"/>
                </a:solidFill>
              </a:rPr>
              <a:t>Frontend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React.js, Vite, Vanilla CSS, React Router, Lucide Icons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4133C"/>
                </a:solidFill>
              </a:rPr>
              <a:t>Backend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Node.js, Express.js, MongoDB + Mongoose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4133C"/>
                </a:solidFill>
              </a:rPr>
              <a:t>Utilities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Nodemailer, JWT, date-fns, bcrypt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2D58"/>
                </a:solidFill>
              </a:rPr>
              <a:t>Thank You!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 Management System Presentation</dc:title>
  <dc:subject>Seat Management System</dc:subject>
  <dc:creator>Ayush Agrawal</dc:creator>
  <cp:lastModifiedBy>Ayush Agrawal</cp:lastModifiedBy>
  <cp:revision>2</cp:revision>
  <dcterms:created xsi:type="dcterms:W3CDTF">2026-02-26T10:52:41Z</dcterms:created>
  <dcterms:modified xsi:type="dcterms:W3CDTF">2026-02-26T10:52:41Z</dcterms:modified>
</cp:coreProperties>
</file>